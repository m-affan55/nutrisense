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AI HACKATHON 2026 • LIVE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NutriSense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8FAFC"/>
                </a:solidFill>
              </a:defRPr>
            </a:pPr>
            <a:r>
              <a:t>AI-Powered Precision Nutrition, Clinical Safety &amp; Metabolic Health Suite for South Asia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Presented by:  Jamal Matloob   |   Affan Asim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2514600" cy="25603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03320"/>
            <a:ext cx="2240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South Asian Vision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[VISION AI]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Accurately decomposes composite gravies, curries, and cooking ghee/tarka.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566160"/>
            <a:ext cx="2514600" cy="25603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3703320"/>
            <a:ext cx="2240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3-Step Clinical RAG</a:t>
            </a:r>
          </a:p>
          <a:p>
            <a:pPr>
              <a:spcAft>
                <a:spcPts val="600"/>
              </a:spcAft>
              <a:defRPr sz="950" b="1">
                <a:solidFill>
                  <a:srgbClr val="EF4444"/>
                </a:solidFill>
              </a:defRPr>
            </a:pPr>
            <a:r>
              <a:t>[SAFETY GUARD]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Independent risk evaluator and sub-50ms hypoglycemia interceptor.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3566160"/>
            <a:ext cx="2514600" cy="25603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3703320"/>
            <a:ext cx="2240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Ramadan Fasting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[CULTURE]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Dynamic Sehri/Iftar meal slots, dual countdown clocks &amp; hydration pacing.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3566160"/>
            <a:ext cx="2514600" cy="25603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43416" y="3703320"/>
            <a:ext cx="2240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Family &amp; Urdu Voice</a:t>
            </a:r>
          </a:p>
          <a:p>
            <a:pPr>
              <a:spcAft>
                <a:spcPts val="600"/>
              </a:spcAft>
              <a:defRPr sz="950" b="1">
                <a:solidFill>
                  <a:srgbClr val="F59E0B"/>
                </a:solidFill>
              </a:defRPr>
            </a:pPr>
            <a:r>
              <a:t>[INCLUSIVITY]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1-tap dependent switcher with authentic Nastaleeq &amp; Neural Urdu Voice TTS.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South Asian Chronic Health &amp; Nutrition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Severe Metabolic Burden</a:t>
            </a:r>
          </a:p>
          <a:p>
            <a:pPr>
              <a:spcAft>
                <a:spcPts val="600"/>
              </a:spcAft>
              <a:defRPr sz="950" b="1">
                <a:solidFill>
                  <a:srgbClr val="EF4444"/>
                </a:solidFill>
              </a:defRPr>
            </a:pPr>
            <a:r>
              <a:t>[CHRONIC CRISIS]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South Asians face disproportionately high rates of Type-2 Diabetes, Hypertension, and early CVD, often diagnosed 10 years earlier than global benchmarks.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Composite Cooking Blindspot</a:t>
            </a:r>
          </a:p>
          <a:p>
            <a:pPr>
              <a:spcAft>
                <a:spcPts val="600"/>
              </a:spcAft>
              <a:defRPr sz="950" b="1">
                <a:solidFill>
                  <a:srgbClr val="F59E0B"/>
                </a:solidFill>
              </a:defRPr>
            </a:pPr>
            <a:r>
              <a:t>[DIET MISMATCH]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Western apps assume isolated foods (grilled chicken + rice). Traditional dishes (Biryani, Nihari, Haleem, Daal Tarka) contain hidden oils and sauces that Western databases cannot parse.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Hazardous Generic AI Advice</a:t>
            </a:r>
          </a:p>
          <a:p>
            <a:pPr>
              <a:spcAft>
                <a:spcPts val="600"/>
              </a:spcAft>
              <a:defRPr sz="950" b="1">
                <a:solidFill>
                  <a:srgbClr val="EF4444"/>
                </a:solidFill>
              </a:defRPr>
            </a:pPr>
            <a:r>
              <a:t>[SAFETY HAZARD]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Unconstrained ChatGPT bots lack medical guardrails—prescribing heavy Valsalva maneuvers to hypertensive patients or failing during acute low blood sugar crises.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25196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Single-Device Family Reality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[DEMOGRAPHIC GAP]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In South Asian households, one smartphone is often shared to track health for elderly diabetic parents, growing children, and spouses. Single-user apps fail this need.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NutriSense: Precision Health Built for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Cultural Multimodal Vision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[PLATE + BARCODE SCANNER]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Powered by Google Gemini Vision calibrated for South Asian portion units (Katoris, Rotis, Tolas) and composite cooking fats.</a:t>
            </a:r>
            <a:br/>
            <a:br/>
            <a:r>
              <a:t>• Deconstructs mixed curries &amp; gravies</a:t>
            </a:r>
            <a:br/>
            <a:r>
              <a:t>• Instant 1-tap live portion modifiers</a:t>
            </a:r>
            <a:br/>
            <a:r>
              <a:t>• Barcode scanning via OpenFoodFacts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3-Step Clinical RAG Guard</a:t>
            </a:r>
          </a:p>
          <a:p>
            <a:pPr>
              <a:spcAft>
                <a:spcPts val="600"/>
              </a:spcAft>
              <a:defRPr sz="950" b="1">
                <a:solidFill>
                  <a:srgbClr val="EF4444"/>
                </a:solidFill>
              </a:defRPr>
            </a:pPr>
            <a:r>
              <a:t>[SUB-SECOND SAFETY CHECK]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Strict clinical safety pipeline that intercepts medical risks before advice reaches the user.</a:t>
            </a:r>
            <a:br/>
            <a:br/>
            <a:r>
              <a:t>• Profile + 7-Day History RAG</a:t>
            </a:r>
            <a:br/>
            <a:r>
              <a:t>• Independent Clinical Risk Evaluator</a:t>
            </a:r>
            <a:br/>
            <a:r>
              <a:t>• Sub-50ms Hypoglycemia Interceptor (&lt;70 mg/dL)</a:t>
            </a:r>
            <a:br/>
            <a:r>
              <a:t>• Emergency GPS Care Locator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Family &amp; Regional Inclusion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[URDU VOICE &amp; OFFLINE SYNC]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Designed for local demographic accessibility and offline durability.</a:t>
            </a:r>
            <a:br/>
            <a:br/>
            <a:r>
              <a:t>• 1-tap multi-dependent profile switcher</a:t>
            </a:r>
            <a:br/>
            <a:r>
              <a:t>• Full Jameel Noori Nastaleeq typography</a:t>
            </a:r>
            <a:br/>
            <a:r>
              <a:t>• Neural Urdu Voice Audio Coach</a:t>
            </a:r>
            <a:br/>
            <a:r>
              <a:t>• Offline SQLite sync with UUID v4 idempotency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FEATURE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Multimodal Plate Scanning &amp; Dynamic Portions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Composite Food Decomposition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[GEMINI 2.5/3.7 VISION]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Calibrated for South Asian culinary preparation. Deconstructs multi-ingredient meals (Haleem, Karahi, Pulao, Nihari) into protein, carb, fiber, and cooking fat metrics.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Live 1-Tap Portion Modifiers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[ZERO FRICTION UI]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Non-blocking UI allows users to instantly tune quantities (e.g. 1/2 Katori, 1.5 Roti) with immediate macro, fiber, and calorie recalculations with zero friction.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Barcode &amp; Medical Allergen Check</a:t>
            </a:r>
          </a:p>
          <a:p>
            <a:pPr>
              <a:spcAft>
                <a:spcPts val="600"/>
              </a:spcAft>
              <a:defRPr sz="950" b="1">
                <a:solidFill>
                  <a:srgbClr val="F59E0B"/>
                </a:solidFill>
              </a:defRPr>
            </a:pPr>
            <a:r>
              <a:t>[ALLERGEN &amp; SODIUM FLAGS]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Mobile barcode scanning via OpenFoodFacts cross-references sodium, sugar, and allergens against the user's chronic health conditions (diabetic/hypertensive warnings).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25196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Natural Language Meal Logger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[SANITIZED NLP PIPELINE]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Allows conversational text or voice logging for complex custom meals with strict input timeouts and prompt injection sanitization.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CLINICAL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3-Step Clinical RAG &amp; Hypoglycemia Interceptor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62138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[Step 1: Patient History RAG]  ➔  [Step 2: Contextual AI Coach]  ➔  [Step 3: Independent Risk Evaluator]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Retrieves 7-day logs &amp; medical profile  ➔  Generates personalized guidance  ➔  Validates medical safety &amp; attaches warnings.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52120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Sub-50ms Hypoglycemia Interceptor</a:t>
            </a:r>
          </a:p>
          <a:p>
            <a:pPr>
              <a:spcAft>
                <a:spcPts val="600"/>
              </a:spcAft>
              <a:defRPr sz="950" b="1">
                <a:solidFill>
                  <a:srgbClr val="EF4444"/>
                </a:solidFill>
              </a:defRPr>
            </a:pPr>
            <a:r>
              <a:t>[EMERGENCY PROTOCOL]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Deterministic regex &amp; heuristic scanner immediately detects critical low blood sugar (&lt;70 mg/dL) or acute distress, halts chat, and displays emergency fast-acting carb protocols.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2120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42900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Integrated Emergency Care Locator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[GPS CARE LOCATOR]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GPS-based nearest hospital finder with automatic offline fallback to Google Maps deep-links for immediate hospital routing during medical emergencies.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SPECIALIZED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Ramadan Fasting Suite &amp; Clinical Workouts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Ramadan Fasting Engine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[RAMADAN SUITE]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Dynamic Meal Remapping: Automatically reconfigures meal slots to Sehri, Iftar, Post-Iftar Dinner, and Taraweeh Snack.</a:t>
            </a:r>
            <a:br/>
            <a:br/>
            <a:r>
              <a:t>• Dual Live Clocks: Real-time Sehri &amp; Iftar countdown clocks for Asia/Karachi timezone.</a:t>
            </a:r>
            <a:br/>
            <a:br/>
            <a:r>
              <a:t>• Split Night Hydration: Paces daily fluid intake across non-fasting night windows.</a:t>
            </a:r>
            <a:br/>
            <a:br/>
            <a:r>
              <a:t>• Fasting Health Rules: Pre-Sehri alarm reminders and suppressed daytime meal notifications.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Personalized Condition-Aware Workouts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[CLINICAL EXERCISE]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Diabetic / High Glucose: Focuses on post-prandial glucose-blunting cardio and insulin-sensitizing resistance routines.</a:t>
            </a:r>
            <a:br/>
            <a:br/>
            <a:r>
              <a:t>• Hypertension / High BP: Strictly excludes heavy Valsalva breath-holding lifts; enforces steady Zone-2 aerobic training.</a:t>
            </a:r>
            <a:br/>
            <a:br/>
            <a:r>
              <a:t>• Joint Pain / Arthritis: Replaces high-impact movements with zero-impact isometric, water-friendly, and chair routines.</a:t>
            </a:r>
            <a:br/>
            <a:br/>
            <a:r>
              <a:t>• Offline Fallback: Deterministic routines if network is unavailable.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ACCESSIBILITY &amp; DEMOGRAPHICS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Family Profiles &amp; Urdu Voice Inclusion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1-Tap Dependent Switcher (خاندانی پروفائلز)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[[Me] [Ayesha] [Abu]]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Manage nutrition for elderly diabetic parents, growing children, and spouses on a single phone.</a:t>
            </a:r>
            <a:br/>
            <a:br/>
            <a:r>
              <a:t>Intelligent Macro Calculator automatically customizes calorie targets per dependent (e.g. low-glycemic for seniors vs. growth calories for children).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Neural Urdu Voice &amp; Nastaleeq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[URDU VOICE TTS]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Full localization in authentic Jameel Noori Nastaleeq script.</a:t>
            </a:r>
            <a:br/>
            <a:br/>
            <a:r>
              <a:t>Urdu Audio Coach plays natural spoken Urdu voice advice for illiterate or senior family members who cannot read English or screen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54880"/>
            <a:ext cx="10698480" cy="14630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104241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Offline-First SQLite Sync with UUID v4 Idempotency</a:t>
            </a:r>
          </a:p>
          <a:p>
            <a:pPr>
              <a:spcAft>
                <a:spcPts val="600"/>
              </a:spcAft>
              <a:defRPr sz="950" b="1">
                <a:solidFill>
                  <a:srgbClr val="F59E0B"/>
                </a:solidFill>
              </a:defRPr>
            </a:pPr>
            <a:r>
              <a:t>[OFFLINE RELIABILITY]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Local SQLite database ensures meal and water logging work seamlessly in low-connectivity areas with zero data duplication when reconnecting to the cloud.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Technical Architecture &amp; Multi-Model Resilience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FastAPI Backend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[FASTAPI + PYTHON 3.11]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Asynchronous Python backend with JWT LRU caching, Pydantic schemas, and structured clinical endpoints.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8308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Gemini Multi-Key Pool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[100% UPTIME POOL]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Auto-rotates across Gemini 2.5-Flash and 3.7-Flash with stateful 60s cooldowns—guaranteeing 0% rate-limit crashes during live traffic.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78308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Supabase PostgreSQL</a:t>
            </a:r>
          </a:p>
          <a:p>
            <a:pPr>
              <a:spcAft>
                <a:spcPts val="600"/>
              </a:spcAft>
              <a:defRPr sz="950" b="1">
                <a:solidFill>
                  <a:srgbClr val="F59E0B"/>
                </a:solidFill>
              </a:defRPr>
            </a:pPr>
            <a:r>
              <a:t>[POSTGRESQL + RLS]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Row Level Security (RLS) policies guaranteeing strict patient data isolation across family profiles and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97680"/>
            <a:ext cx="5212080" cy="19202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Flutter Cross-Platform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[FLUTTER 3.x]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Android APK (backward compatible from Android 5.0 Lollipop to Android 15), iOS, and Web build pipelines.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97680"/>
            <a:ext cx="5212080" cy="19202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4348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Doctor PDF Stream Generator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[PHYSICIAN REPORTS]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Zero-dependency pure Python binary PDF 1.4 engine generating weekly metabolic summaries ready for physicians.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Live Demonstration Flow (90 Seconds)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32918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Step 1: Scan Plate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[MULTIMODAL AI]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Capture a photo of Biryani / Daal  ➔  instant macro breakdown with 1-tap live portion adjustment.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14600" cy="32918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7830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Step 2: Switch Family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[FAMILY PROFILES]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Tap [Abu (Senior)]  ➔  dashboard instantly reconfigures for diabetic macro targets.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14600" cy="32918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7830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Step 3: Safety Alert</a:t>
            </a:r>
          </a:p>
          <a:p>
            <a:pPr>
              <a:spcAft>
                <a:spcPts val="600"/>
              </a:spcAft>
              <a:defRPr sz="950" b="1">
                <a:solidFill>
                  <a:srgbClr val="EF4444"/>
                </a:solidFill>
              </a:defRPr>
            </a:pPr>
            <a:r>
              <a:t>[CLINICAL GUARD]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Log glucose 62 mg/dL  ➔  immediate clinical interceptor and emergency action modal.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45920"/>
            <a:ext cx="2514600" cy="32918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7830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Step 4: Ramadan/Voice</a:t>
            </a:r>
          </a:p>
          <a:p>
            <a:pPr>
              <a:spcAft>
                <a:spcPts val="600"/>
              </a:spcAft>
              <a:defRPr sz="950" b="1">
                <a:solidFill>
                  <a:srgbClr val="F59E0B"/>
                </a:solidFill>
              </a:defRPr>
            </a:pPr>
            <a:r>
              <a:t>[URDU VOICE &amp; FASTING]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Show live Sehri/Iftar countdown clocks &amp; play neural Urdu spoken voice coaching.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1005840"/>
          </a:xfrm>
          <a:prstGeom prst="roundRect">
            <a:avLst/>
          </a:prstGeom>
          <a:solidFill>
            <a:srgbClr val="162138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4924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✓ Fully Configured &amp; Verified on Android Physical Device (APK) &amp; Live FastAPI Server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VISION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Market Impact, Monetization &amp;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300M+ Market Need</a:t>
            </a:r>
          </a:p>
          <a:p>
            <a:pPr>
              <a:spcAft>
                <a:spcPts val="600"/>
              </a:spcAft>
              <a:defRPr sz="950" b="1">
                <a:solidFill>
                  <a:srgbClr val="10B981"/>
                </a:solidFill>
              </a:defRPr>
            </a:pPr>
            <a:r>
              <a:t>[HIGH NEED DEMOGRAPHIC]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Targeted at South Asian diaspora worldwide facing alarming rates of metabolic disease with no culturally calibrated tool.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8308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Business Model</a:t>
            </a:r>
          </a:p>
          <a:p>
            <a:pPr>
              <a:spcAft>
                <a:spcPts val="600"/>
              </a:spcAft>
              <a:defRPr sz="950" b="1">
                <a:solidFill>
                  <a:srgbClr val="06B6D4"/>
                </a:solidFill>
              </a:defRPr>
            </a:pPr>
            <a:r>
              <a:t>[B2C + B2B MONETIZATION]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B2C Freemium: Free core tracking + Premium AI coaching &amp; Family Profiles.</a:t>
            </a:r>
            <a:br/>
            <a:r>
              <a:t>• B2B Clinical: Standardized physician reports for clinics and diagnostic labs.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78308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</a:defRPr>
            </a:pPr>
            <a:r>
              <a:t>Future Roadmap</a:t>
            </a:r>
          </a:p>
          <a:p>
            <a:pPr>
              <a:spcAft>
                <a:spcPts val="600"/>
              </a:spcAft>
              <a:defRPr sz="950" b="1">
                <a:solidFill>
                  <a:srgbClr val="F59E0B"/>
                </a:solidFill>
              </a:defRPr>
            </a:pPr>
            <a:r>
              <a:t>[UPCOMING MILESTONES]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Continuous Glucose Monitor (CGM) Bluetooth sync.</a:t>
            </a:r>
            <a:br/>
            <a:r>
              <a:t>• Urdu speech-to-text plate logging.</a:t>
            </a:r>
            <a:br/>
            <a:r>
              <a:t>• Blood report lab OCR analysis.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162138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98348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8FAFC"/>
                </a:solidFill>
              </a:defRPr>
            </a:pPr>
            <a:r>
              <a:t>"Making metabolic health culturally accurate, clinically safe, and universally accessible."</a:t>
            </a:r>
          </a:p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Thank you! — Open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